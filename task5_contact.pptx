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Project: Contact Book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Code:</a:t>
            </a:r>
          </a:p>
          <a:p>
            <a:r>
              <a:t>contacts = {}</a:t>
            </a:r>
          </a:p>
          <a:p/>
          <a:p>
            <a:r>
              <a:t>while True:</a:t>
            </a:r>
          </a:p>
          <a:p>
            <a:r>
              <a:t>    print("1.Add 2.View 3.Exit")</a:t>
            </a:r>
          </a:p>
          <a:p>
            <a:r>
              <a:t>    ch = input("Enter choice: ")</a:t>
            </a:r>
          </a:p>
          <a:p/>
          <a:p>
            <a:r>
              <a:t>    if ch == '1':</a:t>
            </a:r>
          </a:p>
          <a:p>
            <a:r>
              <a:t>        name = input("Name: ")</a:t>
            </a:r>
          </a:p>
          <a:p>
            <a:r>
              <a:t>        phone = input("Phone: ")</a:t>
            </a:r>
          </a:p>
          <a:p>
            <a:r>
              <a:t>        contacts[name] = phone</a:t>
            </a:r>
          </a:p>
          <a:p>
            <a:r>
              <a:t>    elif ch == '2':</a:t>
            </a:r>
          </a:p>
          <a:p>
            <a:r>
              <a:t>        print(contacts)</a:t>
            </a:r>
          </a:p>
          <a:p>
            <a:r>
              <a:t>    elif ch == '3':</a:t>
            </a:r>
          </a:p>
          <a:p>
            <a:r>
              <a:t>        break</a:t>
            </a:r>
          </a:p>
          <a:p/>
          <a:p>
            <a:r>
              <a:t>Output:</a:t>
            </a:r>
          </a:p>
          <a:p>
            <a:r>
              <a:t>{'Ram': '12345'}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