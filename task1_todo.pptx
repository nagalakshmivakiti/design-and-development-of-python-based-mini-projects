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To-Do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tasks = []</a:t>
            </a:r>
          </a:p>
          <a:p/>
          <a:p>
            <a:r>
              <a:t>while True:</a:t>
            </a:r>
          </a:p>
          <a:p>
            <a:r>
              <a:t>    print("1.Add 2.View 3.Remove 4.Exit")</a:t>
            </a:r>
          </a:p>
          <a:p>
            <a:r>
              <a:t>    choice = input("Enter choice: ")</a:t>
            </a:r>
          </a:p>
          <a:p/>
          <a:p>
            <a:r>
              <a:t>    if choice == '1':</a:t>
            </a:r>
          </a:p>
          <a:p>
            <a:r>
              <a:t>        task = input("Enter task: ")</a:t>
            </a:r>
          </a:p>
          <a:p>
            <a:r>
              <a:t>        tasks.append(task)</a:t>
            </a:r>
          </a:p>
          <a:p>
            <a:r>
              <a:t>    elif choice == '2':</a:t>
            </a:r>
          </a:p>
          <a:p>
            <a:r>
              <a:t>        print(tasks)</a:t>
            </a:r>
          </a:p>
          <a:p>
            <a:r>
              <a:t>    elif choice == '3':</a:t>
            </a:r>
          </a:p>
          <a:p>
            <a:r>
              <a:t>        task = input("Enter task to remove: ")</a:t>
            </a:r>
          </a:p>
          <a:p>
            <a:r>
              <a:t>        tasks.remove(task)</a:t>
            </a:r>
          </a:p>
          <a:p>
            <a:r>
              <a:t>    elif choice == '4':</a:t>
            </a:r>
          </a:p>
          <a:p>
            <a:r>
              <a:t>        break</a:t>
            </a:r>
          </a:p>
          <a:p/>
          <a:p>
            <a:r>
              <a:t>Output:</a:t>
            </a:r>
          </a:p>
          <a:p>
            <a:r>
              <a:t>['Study', 'Code']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