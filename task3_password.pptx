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Project: Password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Code:</a:t>
            </a:r>
          </a:p>
          <a:p>
            <a:r>
              <a:t>import random, string</a:t>
            </a:r>
          </a:p>
          <a:p/>
          <a:p>
            <a:r>
              <a:t>length = int(input("Enter length: "))</a:t>
            </a:r>
          </a:p>
          <a:p>
            <a:r>
              <a:t>chars = string.ascii_letters + string.digits</a:t>
            </a:r>
          </a:p>
          <a:p>
            <a:r>
              <a:t>password = ''.join(random.choice(chars) for i in range(length))</a:t>
            </a:r>
          </a:p>
          <a:p>
            <a:r>
              <a:t>print(password)</a:t>
            </a:r>
          </a:p>
          <a:p/>
          <a:p>
            <a:r>
              <a:t>Output:</a:t>
            </a:r>
          </a:p>
          <a:p>
            <a:r>
              <a:t>aB9kL2xP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