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Project: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Code:</a:t>
            </a:r>
          </a:p>
          <a:p>
            <a:r>
              <a:t>a = int(input("Enter first: "))</a:t>
            </a:r>
          </a:p>
          <a:p>
            <a:r>
              <a:t>b = int(input("Enter second: "))</a:t>
            </a:r>
          </a:p>
          <a:p>
            <a:r>
              <a:t>op = input("Enter +,-,*,/: ")</a:t>
            </a:r>
          </a:p>
          <a:p/>
          <a:p>
            <a:r>
              <a:t>if op == '+':</a:t>
            </a:r>
          </a:p>
          <a:p>
            <a:r>
              <a:t>    print(a+b)</a:t>
            </a:r>
          </a:p>
          <a:p>
            <a:r>
              <a:t>elif op == '-':</a:t>
            </a:r>
          </a:p>
          <a:p>
            <a:r>
              <a:t>    print(a-b)</a:t>
            </a:r>
          </a:p>
          <a:p>
            <a:r>
              <a:t>elif op == '*':</a:t>
            </a:r>
          </a:p>
          <a:p>
            <a:r>
              <a:t>    print(a*b)</a:t>
            </a:r>
          </a:p>
          <a:p>
            <a:r>
              <a:t>elif op == '/':</a:t>
            </a:r>
          </a:p>
          <a:p>
            <a:r>
              <a:t>    print(a/b)</a:t>
            </a:r>
          </a:p>
          <a:p/>
          <a:p>
            <a:r>
              <a:t>Output:</a:t>
            </a:r>
          </a:p>
          <a:p>
            <a:r>
              <a:t>5 + 3 =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