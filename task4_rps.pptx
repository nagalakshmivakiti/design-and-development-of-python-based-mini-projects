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Project: Rock Paper Scissors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import random</a:t>
            </a:r>
          </a:p>
          <a:p/>
          <a:p>
            <a:r>
              <a:t>choices = ['rock','paper','scissors']</a:t>
            </a:r>
          </a:p>
          <a:p>
            <a:r>
              <a:t>user = input("Enter choice: ")</a:t>
            </a:r>
          </a:p>
          <a:p>
            <a:r>
              <a:t>comp = random.choice(choices)</a:t>
            </a:r>
          </a:p>
          <a:p/>
          <a:p>
            <a:r>
              <a:t>print("Computer:", comp)</a:t>
            </a:r>
          </a:p>
          <a:p/>
          <a:p>
            <a:r>
              <a:t>if user == comp:</a:t>
            </a:r>
          </a:p>
          <a:p>
            <a:r>
              <a:t>    print("Tie")</a:t>
            </a:r>
          </a:p>
          <a:p>
            <a:r>
              <a:t>elif (user=='rock' and comp=='scissors') or (user=='paper' and comp=='rock') or (user=='scissors' and comp=='paper'):</a:t>
            </a:r>
          </a:p>
          <a:p>
            <a:r>
              <a:t>    print("You win")</a:t>
            </a:r>
          </a:p>
          <a:p>
            <a:r>
              <a:t>else:</a:t>
            </a:r>
          </a:p>
          <a:p>
            <a:r>
              <a:t>    print("You lose")</a:t>
            </a:r>
          </a:p>
          <a:p/>
          <a:p>
            <a:r>
              <a:t>Output:</a:t>
            </a:r>
          </a:p>
          <a:p>
            <a:r>
              <a:t>User: rock | Computer: scissors | You 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